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a8842f00ea4a03" /><Relationship Type="http://schemas.openxmlformats.org/officeDocument/2006/relationships/extended-properties" Target="/docProps/app.xml" Id="Red276203789b48c5" /><Relationship Type="http://schemas.openxmlformats.org/officeDocument/2006/relationships/officeDocument" Target="/ppt/presentation.xml" Id="Re942f0eadb664c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00565fb634796"/>
  </p:sldMasterIdLst>
  <p:notesMasterIdLst>
    <p:notesMasterId xmlns:r="http://schemas.openxmlformats.org/officeDocument/2006/relationships" r:id="R9d5e0061ca334957"/>
  </p:notesMasterIdLst>
  <p:sldIdLst>
    <p:sldId xmlns:r="http://schemas.openxmlformats.org/officeDocument/2006/relationships" id="256" r:id="R3b807b2a2b864b89"/>
    <p:sldId xmlns:r="http://schemas.openxmlformats.org/officeDocument/2006/relationships" id="257" r:id="Rb09ae2a8135f4a05"/>
    <p:sldId xmlns:r="http://schemas.openxmlformats.org/officeDocument/2006/relationships" id="258" r:id="Ra9f2124718a340b1"/>
    <p:sldId xmlns:r="http://schemas.openxmlformats.org/officeDocument/2006/relationships" id="259" r:id="Rb027ccf0606c435d"/>
    <p:sldId xmlns:r="http://schemas.openxmlformats.org/officeDocument/2006/relationships" id="260" r:id="Rf391fbf0350e4aad"/>
    <p:sldId xmlns:r="http://schemas.openxmlformats.org/officeDocument/2006/relationships" id="261" r:id="R161a3fc3cb734a03"/>
    <p:sldId xmlns:r="http://schemas.openxmlformats.org/officeDocument/2006/relationships" id="262" r:id="R7b05ca0c7cdc493d"/>
    <p:sldId xmlns:r="http://schemas.openxmlformats.org/officeDocument/2006/relationships" id="263" r:id="Rd96d071aa83341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73dd970e94c2b" /><Relationship Type="http://schemas.openxmlformats.org/officeDocument/2006/relationships/slideMaster" Target="/ppt/slideMasters/slideMaster1.xml" Id="Ra3600565fb634796" /><Relationship Type="http://schemas.openxmlformats.org/officeDocument/2006/relationships/notesMaster" Target="/ppt/notesMasters/notesMaster1.xml" Id="R9d5e0061ca334957" /><Relationship Type="http://schemas.openxmlformats.org/officeDocument/2006/relationships/presProps" Target="/ppt/presProps.xml" Id="Rb568798dc04e4e1d" /><Relationship Type="http://schemas.openxmlformats.org/officeDocument/2006/relationships/tableStyles" Target="/ppt/tableStyles.xml" Id="Rda431ba0c4414f1e" /><Relationship Type="http://schemas.openxmlformats.org/officeDocument/2006/relationships/slide" Target="/ppt/slides/slide1.xml" Id="R3b807b2a2b864b89" /><Relationship Type="http://schemas.openxmlformats.org/officeDocument/2006/relationships/slide" Target="/ppt/slides/slide2.xml" Id="Rb09ae2a8135f4a05" /><Relationship Type="http://schemas.openxmlformats.org/officeDocument/2006/relationships/slide" Target="/ppt/slides/slide3.xml" Id="Ra9f2124718a340b1" /><Relationship Type="http://schemas.openxmlformats.org/officeDocument/2006/relationships/slide" Target="/ppt/slides/slide4.xml" Id="Rb027ccf0606c435d" /><Relationship Type="http://schemas.openxmlformats.org/officeDocument/2006/relationships/slide" Target="/ppt/slides/slide5.xml" Id="Rf391fbf0350e4aad" /><Relationship Type="http://schemas.openxmlformats.org/officeDocument/2006/relationships/slide" Target="/ppt/slides/slide6.xml" Id="R161a3fc3cb734a03" /><Relationship Type="http://schemas.openxmlformats.org/officeDocument/2006/relationships/slide" Target="/ppt/slides/slide7.xml" Id="R7b05ca0c7cdc493d" /><Relationship Type="http://schemas.openxmlformats.org/officeDocument/2006/relationships/slide" Target="/ppt/slides/slide8.xml" Id="Rd96d071aa83341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142e094ba743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84b04341f4ed9" /><Relationship Type="http://schemas.openxmlformats.org/officeDocument/2006/relationships/notesMaster" Target="/ppt/notesMasters/notesMaster1.xml" Id="R2c25b5db1b494c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bb39d2b4a0404c" /><Relationship Type="http://schemas.openxmlformats.org/officeDocument/2006/relationships/notesMaster" Target="/ppt/notesMasters/notesMaster1.xml" Id="R22812d80c46a47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89b33b215e49e9" /><Relationship Type="http://schemas.openxmlformats.org/officeDocument/2006/relationships/notesMaster" Target="/ppt/notesMasters/notesMaster1.xml" Id="R9f053024cd7441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2e309a87eb4582" /><Relationship Type="http://schemas.openxmlformats.org/officeDocument/2006/relationships/notesMaster" Target="/ppt/notesMasters/notesMaster1.xml" Id="R465a02cc556243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f387a754fb4214" /><Relationship Type="http://schemas.openxmlformats.org/officeDocument/2006/relationships/notesMaster" Target="/ppt/notesMasters/notesMaster1.xml" Id="Rf38c3b36c91e46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33d4d58f7f45b3" /><Relationship Type="http://schemas.openxmlformats.org/officeDocument/2006/relationships/notesMaster" Target="/ppt/notesMasters/notesMaster1.xml" Id="R9fdd308422fa47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68eee33b8447c4" /><Relationship Type="http://schemas.openxmlformats.org/officeDocument/2006/relationships/notesMaster" Target="/ppt/notesMasters/notesMaster1.xml" Id="R9c1895cb858146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50c9c49a12477d" /><Relationship Type="http://schemas.openxmlformats.org/officeDocument/2006/relationships/notesMaster" Target="/ppt/notesMasters/notesMaster1.xml" Id="R8befbbe6506b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fidelity is computed exactly from the noisy simulator density matrix against the ideal output. It drops from 0.833 at 0.5× noise to 0.488 at 2× noise. This metric is a separate check: PNA produces a corrected estimate for the selected observable, not a corrected full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9e411d99545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71b9a40624d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d383dfd2644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f731816be4a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02716e69a44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8745a12f94b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1F0F72-EFBE-46A1-BFEE-30E94E4EB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B2EE16-4422-48A2-910C-ED214E7B12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FD6FD6-7F42-4484-9FD0-70F0AC885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1663B5-97E7-43A9-9BFF-A009C7F046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F26E71-1CEC-4B0B-BDD3-1F81564738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62720B-F0A8-4D3C-B73E-B29B55E1D2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FE0BB1-6055-4929-87C2-4B204912B3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BB08F5-C0C4-4F50-BE0B-2EF7099626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2C7C1F-BBDD-4014-86BF-E0C4A99EF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D6BA27-318E-4792-A8BD-9044525DC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69ddc5b42406a" /><Relationship Type="http://schemas.openxmlformats.org/officeDocument/2006/relationships/slideLayout" Target="/ppt/slideLayouts/slideLayout1.xml" Id="R6aae93eb52c446fa" /><Relationship Type="http://schemas.openxmlformats.org/officeDocument/2006/relationships/slideLayout" Target="/ppt/slideLayouts/slideLayout2.xml" Id="R4f657b06beec4889" /><Relationship Type="http://schemas.openxmlformats.org/officeDocument/2006/relationships/slideLayout" Target="/ppt/slideLayouts/slideLayout3.xml" Id="R24bf7a5c5fb54547" /><Relationship Type="http://schemas.openxmlformats.org/officeDocument/2006/relationships/slideLayout" Target="/ppt/slideLayouts/slideLayout4.xml" Id="Re78ec395a1f34150" /><Relationship Type="http://schemas.openxmlformats.org/officeDocument/2006/relationships/slideLayout" Target="/ppt/slideLayouts/slideLayout5.xml" Id="Rfd2e7e08c6fe4d38" /><Relationship Type="http://schemas.openxmlformats.org/officeDocument/2006/relationships/slideLayout" Target="/ppt/slideLayouts/slideLayout6.xml" Id="R5e5d783770424d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ae93eb52c446fa"/>
    <p:sldLayoutId xmlns:r="http://schemas.openxmlformats.org/officeDocument/2006/relationships" id="2147483650" r:id="R4f657b06beec4889"/>
    <p:sldLayoutId xmlns:r="http://schemas.openxmlformats.org/officeDocument/2006/relationships" id="2147483651" r:id="R24bf7a5c5fb54547"/>
    <p:sldLayoutId xmlns:r="http://schemas.openxmlformats.org/officeDocument/2006/relationships" id="2147483652" r:id="Re78ec395a1f34150"/>
    <p:sldLayoutId xmlns:r="http://schemas.openxmlformats.org/officeDocument/2006/relationships" id="2147483653" r:id="Rfd2e7e08c6fe4d38"/>
    <p:sldLayoutId xmlns:r="http://schemas.openxmlformats.org/officeDocument/2006/relationships" id="2147483654" r:id="R5e5d783770424d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ba40befc64c28" /><Relationship Type="http://schemas.openxmlformats.org/officeDocument/2006/relationships/notesSlide" Target="/ppt/notesSlides/notesSlide1.xml" Id="Rb13d403741ec45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c458c85cc4ea5" /><Relationship Type="http://schemas.openxmlformats.org/officeDocument/2006/relationships/notesSlide" Target="/ppt/notesSlides/notesSlide2.xml" Id="R5415ca99e9434a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1fac644d64ed3" /><Relationship Type="http://schemas.openxmlformats.org/officeDocument/2006/relationships/notesSlide" Target="/ppt/notesSlides/notesSlide3.xml" Id="Re4ca944beaea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57c1a2a974615" /><Relationship Type="http://schemas.openxmlformats.org/officeDocument/2006/relationships/notesSlide" Target="/ppt/notesSlides/notesSlide4.xml" Id="R819d8eef5abe40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dc55263bc4797" /><Relationship Type="http://schemas.openxmlformats.org/officeDocument/2006/relationships/chart" Target="/ppt/slides/charts/chart1.xml" Id="R5f5b08c42ade47a7" /><Relationship Type="http://schemas.openxmlformats.org/officeDocument/2006/relationships/notesSlide" Target="/ppt/notesSlides/notesSlide5.xml" Id="R23aaf94674f34e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943aa3ed64798" /><Relationship Type="http://schemas.openxmlformats.org/officeDocument/2006/relationships/chart" Target="/ppt/slides/charts/chart2.xml" Id="R6a4ae83956914c38" /><Relationship Type="http://schemas.openxmlformats.org/officeDocument/2006/relationships/notesSlide" Target="/ppt/notesSlides/notesSlide6.xml" Id="R1bee222c242c4f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275d167744dd4" /><Relationship Type="http://schemas.openxmlformats.org/officeDocument/2006/relationships/chart" Target="/ppt/slides/charts/chart3.xml" Id="R260b9f20b10e4786" /><Relationship Type="http://schemas.openxmlformats.org/officeDocument/2006/relationships/notesSlide" Target="/ppt/notesSlides/notesSlide7.xml" Id="Ra8d00b9bc0014d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11a8e96974778" /><Relationship Type="http://schemas.openxmlformats.org/officeDocument/2006/relationships/notesSlide" Target="/ppt/notesSlides/notesSlide8.xml" Id="R236c10f5c76d492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53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0.971</c:v>
                </c:pt>
                <c:pt idx="1">
                  <c:v>0.971</c:v>
                </c:pt>
                <c:pt idx="2">
                  <c:v>0.971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0.809</c:v>
                </c:pt>
                <c:pt idx="1">
                  <c:v>0.674</c:v>
                </c:pt>
                <c:pt idx="2">
                  <c:v>0.467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0.962</c:v>
                </c:pt>
                <c:pt idx="1">
                  <c:v>0.954</c:v>
                </c:pt>
                <c:pt idx="2">
                  <c:v>0.936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</c:v>
                </c:pt>
                <c:pt idx="1">
                  <c:v>0.938</c:v>
                </c:pt>
                <c:pt idx="2">
                  <c:v>0.936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Exact simulated state fidelity before measurement correction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State fidelity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dLbls>
          <c:delete val="0"/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FDCE4-0963-4BAE-9AE8-AEAFD09A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69518-B22E-4C77-8F52-FDF7F77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A9DA0-2828-46B0-A5B4-9D2A67FD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C40BA-091D-4FEF-A79F-D42F2461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2125904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29C5E-FD29-438E-9EB5-6B595ABA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D6617-FC31-4779-99B5-D973C962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E0EAC-07C8-408E-B611-3168116A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E5155-1051-4C80-B3BE-3B9D4C7B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331BB-1811-4971-B537-D2AA483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36A13-17B9-4719-97F4-3BFF8E4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2123A-D924-4F6B-8767-0BF1E448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F7A91-ABD2-42A6-B022-9CAA37F5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D4331-96DA-4089-97E6-0C4CDB86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D4B64-83A9-42E7-B0E9-90B36F0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642480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1F679-8E80-4F9F-BFAC-FC2FFCE0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7FBF7-1724-450C-8997-02A3630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B53EF-63BD-4395-B26D-212111A0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E3CED-5DA8-4DC2-9591-31EF36EC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6797C-D7C0-4429-8070-31928C3E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FEE6C-5276-4EC4-A682-5EECBD79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79154-90E7-4DCF-9829-0BD8B00A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2F408-575F-4E86-9492-1BBF98C2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EF787-7D14-42DB-9420-0577C938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1DFA3-EEA6-48C8-87FA-E30E915A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62F80-F656-439E-B48B-F6819796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399014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C2596-7C68-420F-9129-FF38D2F3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5BBA4-50EB-491D-9DC5-6C7C6FE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EFF5C-3C22-47A5-9A5D-ECF81A35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the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41D32-CA79-4DD7-B804-EFD55B96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the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6657A-2098-4429-9B7D-660F05E6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on relevant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B6CA0-6BC1-4EB4-8625-F5F784C0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C6D31-344B-4493-9FC3-138E751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measurement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2E3FD-40B8-49BD-9CC4-B932FAD0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D4231-A7F3-4D0F-8B81-E385582E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0A1AC-2694-433D-A598-758D6492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959954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49F21-E5B2-4317-BD6E-869B1ADD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1FA5B-F927-4CD0-9336-FFCB6DF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B6462F1-02CF-4D4B-99CD-C0D7B62D3DAE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5b08c42ade47a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1BC3C-8A80-4389-B5D2-ED3B9011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6AB3B-7BF4-4DDB-8B76-60C21492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924F9-E190-4242-8925-FEA5BB0B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12%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2F79E-3198-4DA8-8D5A-43EA6A37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F5335-B48A-4858-988D-B7018E9F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0.046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1478265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E962D-570A-45C5-A5C6-B513E8FB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8CA53-0D62-49B7-A863-87811A12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32EADAD-7F85-416A-8197-8550C92A5089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4ae83956914c3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104E2-1511-4621-822D-E92FE81C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C0AB7-7871-43A5-8F48-7B905049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10B21-A013-42A3-8E07-128F9496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03A9A-8570-4683-A8C2-2B5946FE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C2474-1190-4626-811E-AF77049F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1B891-A08F-46FE-9EBB-B01366D7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EF9A4-3486-4972-A6C3-CE508D0A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1724205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49A75-9F3F-4ACF-8901-4D085872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79608-5C40-4A2F-9EE8-09C89E4B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More noise lowered state fidelity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17DCDA3-241F-497D-BCF4-901EE5717054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0b9f20b10e478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5B274-F46A-4747-B60C-DDE50949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0.833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39CEA-8D21-4BB3-89F4-8C91B2E2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0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0.5×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3AEF6-D2E5-4055-BF4C-C92CF13C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433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0.488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A8C21-BDA2-4E52-A923-0FF79460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2× noise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B3413-5A6B-47D1-BF32-35E7DE3A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PNA corrects a chosen measurement; it does not rebuild the full quantum state. These are simulator fidelity checks before measurement correction.</a:t>
            </a:r>
          </a:p>
        </p:txBody>
      </p:sp>
    </p:spTree>
    <p:extLst>
      <p:ext uri="{BB962C8B-B14F-4D97-AF65-F5344CB8AC3E}">
        <p14:creationId xmlns:p14="http://schemas.microsoft.com/office/powerpoint/2010/main" val="1534518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996CC-2533-4D58-8D43-2D58FA6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136D3-CC4D-4321-8F43-CECEC5BA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0A402-A067-422E-975D-6B301E0A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9241C-19C2-429F-956A-1480E4BB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0DAD4-3156-42FE-A3C7-D29983DC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DEC02-B579-4E18-B0B5-122A5903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3C80A-5A2D-449F-8E6B-44A1A45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400C8-6740-486E-B4EC-98DF6574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975810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2026-10-31T04:10:41.6220000Z</dcterms:created>
  <dcterms:modified xsi:type="dcterms:W3CDTF">2026-10-31T04:10:41.6220000Z</dcterms:modified>
</coreProperties>
</file>