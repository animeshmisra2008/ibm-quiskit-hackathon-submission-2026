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6fb6553a74c81" /><Relationship Type="http://schemas.openxmlformats.org/officeDocument/2006/relationships/extended-properties" Target="/docProps/app.xml" Id="R667afabe95b54410" /><Relationship Type="http://schemas.openxmlformats.org/officeDocument/2006/relationships/officeDocument" Target="/ppt/presentation.xml" Id="R0acd379fdc58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8956e242184bc7"/>
  </p:sldMasterIdLst>
  <p:notesMasterIdLst>
    <p:notesMasterId xmlns:r="http://schemas.openxmlformats.org/officeDocument/2006/relationships" r:id="Red324ffe2ec643ad"/>
  </p:notesMasterIdLst>
  <p:sldIdLst>
    <p:sldId xmlns:r="http://schemas.openxmlformats.org/officeDocument/2006/relationships" id="256" r:id="Ra5dac76ff7294835"/>
    <p:sldId xmlns:r="http://schemas.openxmlformats.org/officeDocument/2006/relationships" id="257" r:id="R49028a4ad1114528"/>
    <p:sldId xmlns:r="http://schemas.openxmlformats.org/officeDocument/2006/relationships" id="258" r:id="R941f4b6670064d2e"/>
    <p:sldId xmlns:r="http://schemas.openxmlformats.org/officeDocument/2006/relationships" id="259" r:id="Ra666be8e9a484f00"/>
    <p:sldId xmlns:r="http://schemas.openxmlformats.org/officeDocument/2006/relationships" id="260" r:id="R0e41dfb9f4b84069"/>
    <p:sldId xmlns:r="http://schemas.openxmlformats.org/officeDocument/2006/relationships" id="261" r:id="R0975ff92cf624816"/>
    <p:sldId xmlns:r="http://schemas.openxmlformats.org/officeDocument/2006/relationships" id="262" r:id="Rcbfc52408bdc4b0b"/>
    <p:sldId xmlns:r="http://schemas.openxmlformats.org/officeDocument/2006/relationships" id="263" r:id="R42a4039287dc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3bb23c48c4f46" /><Relationship Type="http://schemas.openxmlformats.org/officeDocument/2006/relationships/slideMaster" Target="/ppt/slideMasters/slideMaster1.xml" Id="Rea8956e242184bc7" /><Relationship Type="http://schemas.openxmlformats.org/officeDocument/2006/relationships/notesMaster" Target="/ppt/notesMasters/notesMaster1.xml" Id="Red324ffe2ec643ad" /><Relationship Type="http://schemas.openxmlformats.org/officeDocument/2006/relationships/presProps" Target="/ppt/presProps.xml" Id="R8467fce991a7460e" /><Relationship Type="http://schemas.openxmlformats.org/officeDocument/2006/relationships/tableStyles" Target="/ppt/tableStyles.xml" Id="R54a0621f982543d6" /><Relationship Type="http://schemas.openxmlformats.org/officeDocument/2006/relationships/slide" Target="/ppt/slides/slide1.xml" Id="Ra5dac76ff7294835" /><Relationship Type="http://schemas.openxmlformats.org/officeDocument/2006/relationships/slide" Target="/ppt/slides/slide2.xml" Id="R49028a4ad1114528" /><Relationship Type="http://schemas.openxmlformats.org/officeDocument/2006/relationships/slide" Target="/ppt/slides/slide3.xml" Id="R941f4b6670064d2e" /><Relationship Type="http://schemas.openxmlformats.org/officeDocument/2006/relationships/slide" Target="/ppt/slides/slide4.xml" Id="Ra666be8e9a484f00" /><Relationship Type="http://schemas.openxmlformats.org/officeDocument/2006/relationships/slide" Target="/ppt/slides/slide5.xml" Id="R0e41dfb9f4b84069" /><Relationship Type="http://schemas.openxmlformats.org/officeDocument/2006/relationships/slide" Target="/ppt/slides/slide6.xml" Id="R0975ff92cf624816" /><Relationship Type="http://schemas.openxmlformats.org/officeDocument/2006/relationships/slide" Target="/ppt/slides/slide7.xml" Id="Rcbfc52408bdc4b0b" /><Relationship Type="http://schemas.openxmlformats.org/officeDocument/2006/relationships/slide" Target="/ppt/slides/slide8.xml" Id="R42a4039287dc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f39601cf94a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865972b184505" /><Relationship Type="http://schemas.openxmlformats.org/officeDocument/2006/relationships/notesMaster" Target="/ppt/notesMasters/notesMaster1.xml" Id="R5b8512ca2d4f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6c5813e524c2d" /><Relationship Type="http://schemas.openxmlformats.org/officeDocument/2006/relationships/notesMaster" Target="/ppt/notesMasters/notesMaster1.xml" Id="Rd7b280b1fb34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824b49e98a4503" /><Relationship Type="http://schemas.openxmlformats.org/officeDocument/2006/relationships/notesMaster" Target="/ppt/notesMasters/notesMaster1.xml" Id="R8ed25353300248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0bc4a7acce4bb4" /><Relationship Type="http://schemas.openxmlformats.org/officeDocument/2006/relationships/notesMaster" Target="/ppt/notesMasters/notesMaster1.xml" Id="R8abb58424cb2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19198cef4f4c38" /><Relationship Type="http://schemas.openxmlformats.org/officeDocument/2006/relationships/notesMaster" Target="/ppt/notesMasters/notesMaster1.xml" Id="Refabef547be6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b246a02f5645bb" /><Relationship Type="http://schemas.openxmlformats.org/officeDocument/2006/relationships/notesMaster" Target="/ppt/notesMasters/notesMaster1.xml" Id="Rd4b508a3fbca43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2ce6d8ca8e4863" /><Relationship Type="http://schemas.openxmlformats.org/officeDocument/2006/relationships/notesMaster" Target="/ppt/notesMasters/notesMaster1.xml" Id="R016dd834fd0849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f6cf43cbf540fd" /><Relationship Type="http://schemas.openxmlformats.org/officeDocument/2006/relationships/notesMaster" Target="/ppt/notesMasters/notesMaster1.xml" Id="Ra4963330716c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the observable |psi&gt;&lt;psi| for the noiseless output. We run PNA on that projector, then evaluate it exactly against the noisy density matrix as a local simulation metric. At 1x noise, raw state fidelity is 0.695 and the full-PNA estimate is 1.005. Because PNA uses a truncated approximate correction, the estimate can exceed the physical maximum of one. Treat it as near ideal, not as a literal fidelity over 1. SLC is applied to the center-X observable workflow on the previous slides; this full projector-fidelity estimate uses full PNA.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c4aefac3d42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8fd0ff06d40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a5418994447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5fa57ccb147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926db333a45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af76d6fe743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68087-B278-4672-BB90-1B63C857E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75B761-6D11-41CC-BF20-6B169A14E6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CE4FC1-7B7D-4D02-BB5A-E0F47B8EC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00D19-635E-4650-9D5A-C7E9DB904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33E0C-5348-428E-8393-62D2B9A04F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36CFF5-A966-4BF2-9EC0-3A7A08B12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04C2DA-5862-4846-920D-A6D5E8A6C1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75B0EE-94CA-4424-8F1D-B127E151F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E0A604-FCFF-48AA-96C1-06D8AEF4C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8278E1-E58E-4894-831F-F268A42919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aca1e27714f9c" /><Relationship Type="http://schemas.openxmlformats.org/officeDocument/2006/relationships/slideLayout" Target="/ppt/slideLayouts/slideLayout1.xml" Id="R1bd1d8159a554002" /><Relationship Type="http://schemas.openxmlformats.org/officeDocument/2006/relationships/slideLayout" Target="/ppt/slideLayouts/slideLayout2.xml" Id="R1dcdbd5a85134c7e" /><Relationship Type="http://schemas.openxmlformats.org/officeDocument/2006/relationships/slideLayout" Target="/ppt/slideLayouts/slideLayout3.xml" Id="R2971916a265d4b48" /><Relationship Type="http://schemas.openxmlformats.org/officeDocument/2006/relationships/slideLayout" Target="/ppt/slideLayouts/slideLayout4.xml" Id="R3f510fd581804ecf" /><Relationship Type="http://schemas.openxmlformats.org/officeDocument/2006/relationships/slideLayout" Target="/ppt/slideLayouts/slideLayout5.xml" Id="R9202bd7d141d4280" /><Relationship Type="http://schemas.openxmlformats.org/officeDocument/2006/relationships/slideLayout" Target="/ppt/slideLayouts/slideLayout6.xml" Id="Rc433ab2c9f22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1d8159a554002"/>
    <p:sldLayoutId xmlns:r="http://schemas.openxmlformats.org/officeDocument/2006/relationships" id="2147483650" r:id="R1dcdbd5a85134c7e"/>
    <p:sldLayoutId xmlns:r="http://schemas.openxmlformats.org/officeDocument/2006/relationships" id="2147483651" r:id="R2971916a265d4b48"/>
    <p:sldLayoutId xmlns:r="http://schemas.openxmlformats.org/officeDocument/2006/relationships" id="2147483652" r:id="R3f510fd581804ecf"/>
    <p:sldLayoutId xmlns:r="http://schemas.openxmlformats.org/officeDocument/2006/relationships" id="2147483653" r:id="R9202bd7d141d4280"/>
    <p:sldLayoutId xmlns:r="http://schemas.openxmlformats.org/officeDocument/2006/relationships" id="2147483654" r:id="Rc433ab2c9f22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9a34a09f34213" /><Relationship Type="http://schemas.openxmlformats.org/officeDocument/2006/relationships/notesSlide" Target="/ppt/notesSlides/notesSlide1.xml" Id="R1ec661c2fd04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d7ba0a121472e" /><Relationship Type="http://schemas.openxmlformats.org/officeDocument/2006/relationships/notesSlide" Target="/ppt/notesSlides/notesSlide2.xml" Id="R425ae8ae862c4e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7306a6d684dce" /><Relationship Type="http://schemas.openxmlformats.org/officeDocument/2006/relationships/notesSlide" Target="/ppt/notesSlides/notesSlide3.xml" Id="R49af2e89537244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4ca608efb4608" /><Relationship Type="http://schemas.openxmlformats.org/officeDocument/2006/relationships/notesSlide" Target="/ppt/notesSlides/notesSlide4.xml" Id="Rd35443f388b7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4a82d17344fc9" /><Relationship Type="http://schemas.openxmlformats.org/officeDocument/2006/relationships/chart" Target="/ppt/slides/charts/chart1.xml" Id="R1847ac202fd54f6c" /><Relationship Type="http://schemas.openxmlformats.org/officeDocument/2006/relationships/notesSlide" Target="/ppt/notesSlides/notesSlide5.xml" Id="R0b6e055a904b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95db6e9d5407c" /><Relationship Type="http://schemas.openxmlformats.org/officeDocument/2006/relationships/chart" Target="/ppt/slides/charts/chart2.xml" Id="R1e42d956e2a94a59" /><Relationship Type="http://schemas.openxmlformats.org/officeDocument/2006/relationships/notesSlide" Target="/ppt/notesSlides/notesSlide6.xml" Id="R582983d1b3334b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ec8a3ec174ce4" /><Relationship Type="http://schemas.openxmlformats.org/officeDocument/2006/relationships/chart" Target="/ppt/slides/charts/chart3.xml" Id="R1f5e42c5d1fb428a" /><Relationship Type="http://schemas.openxmlformats.org/officeDocument/2006/relationships/notesSlide" Target="/ppt/notesSlides/notesSlide7.xml" Id="Ra154c483ce444c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d1e8765cc4cfa" /><Relationship Type="http://schemas.openxmlformats.org/officeDocument/2006/relationships/notesSlide" Target="/ppt/notesSlides/notesSlide8.xml" Id="Rd0fa76cb9c5044f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78</c:v>
              </c:pt>
              <c:pt idx="2">
                <c:v>78</c:v>
              </c:pt>
            </c:numLit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47</c:v>
              </c:pt>
              <c:pt idx="1">
                <c:v>52</c:v>
              </c:pt>
              <c:pt idx="2">
                <c:v>56</c:v>
              </c:pt>
            </c:numLit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0.981</c:v>
              </c:pt>
              <c:pt idx="1">
                <c:v>0.981</c:v>
              </c:pt>
              <c:pt idx="2">
                <c:v>0.981</c:v>
              </c:pt>
            </c:numLit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0.818</c:v>
              </c:pt>
              <c:pt idx="1">
                <c:v>0.687</c:v>
              </c:pt>
              <c:pt idx="2">
                <c:v>0.482</c:v>
              </c:pt>
            </c:numLit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0.969</c:v>
              </c:pt>
              <c:pt idx="1">
                <c:v>0.977</c:v>
              </c:pt>
              <c:pt idx="2">
                <c:v>0.953</c:v>
              </c:pt>
            </c:numLit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0.946</c:v>
              </c:pt>
              <c:pt idx="1">
                <c:v>0.962</c:v>
              </c:pt>
              <c:pt idx="2">
                <c:v>0.966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0.833</c:v>
              </c:pt>
              <c:pt idx="1">
                <c:v>0.695</c:v>
              </c:pt>
              <c:pt idx="2">
                <c:v>0.488</c:v>
              </c:pt>
            </c:numLit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1.001</c:v>
              </c:pt>
              <c:pt idx="1">
                <c:v>1.004</c:v>
              </c:pt>
              <c:pt idx="2">
                <c:v>1.017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5772A-4054-41C8-90F0-5FE4EED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8B8BA-F07A-42F8-AC4D-E987563F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755BF-BE8A-4159-B199-3FA183E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6A850-1C61-4780-8CEE-FF8049F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466706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95E4-E375-4947-AAF5-1782B1A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8F25-6D6D-4B38-950B-4D6DCC3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42A78-1A65-42BC-B6CC-F857B9CD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8CEBE-A175-478A-A82C-EF3998D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3781-8B55-4E44-809B-CFAA87D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4903-AAF5-4DA3-9367-8F5E0254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F64A2-ACC7-46AC-B7BF-90FC9E49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F1CC9-3F8D-420F-A767-4EE45FB2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7D01F-8D90-4243-A8C8-5ECFBB7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9432B-0BBF-4756-B508-2C94FB6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783303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F3E8F-1D59-4C6A-B666-24CA456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AFFE2-3374-49AE-A021-6311066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6F636-9731-4C41-B221-F86BE856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679BE-9D62-4905-BA6E-784CBEC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AED1-DCFE-4E93-96EB-1FC25CCF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34AED-8FFD-487A-A220-2F6216C1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76328-F1E7-4686-94BB-953F6C5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CEDF5-1E78-4C47-B84A-B23E25E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77EE4-4F85-4CC1-B171-00F8E11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A47AC-7277-43DE-B7CB-80E6505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EDF81-9BF0-4BED-AD2E-5645A6A5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1124599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DD407-2790-4F64-9259-7B68426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16FCF-DE1A-4E7C-B6ED-08DA2E5A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F8E00-735E-4D6E-A1D0-5206967B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F21E8-6E16-498D-85C0-2A504564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B9A90-C9E7-4CCA-BB8D-AB01F39D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0F0DD-1EF6-47F3-8BCA-B7327E9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5D3E4-6A97-4312-9F2A-ADBB9BA0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C75BD-5F81-4B47-A4A5-33AB9FD6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8110-8724-4D58-8CD7-86D74DAC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3D57E-42A9-41B8-9CB8-5F6F35EF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722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CE491-80A2-4731-8F55-37B4D02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4E520-A294-44DC-BAC3-A9590677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81BF334-702A-498D-ABE1-3B725676E2A5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47ac202fd54f6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F59FB-1875-477D-84D9-DAFA708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8CA7E-C321-4EE4-97B9-880FBB1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83DA0-DFEB-4E2D-B49C-827E776C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7B956-6FF5-4632-B944-3EAF5D29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B8975-BDD6-4477-82A4-45B264E3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921545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3D9B2-5635-48C8-9175-2101DB3D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7A127-677D-4B5A-B712-00973E13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E5E6A48-B73F-4121-9303-7B16E753B45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2d956e2a94a5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57D71-188C-4882-9F4C-4CB63491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7E15-3368-4CB6-A2CE-0CA87FB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0E3E3-C8AC-4AFB-BC0B-AB932F9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7CAC3-B314-41F4-AA17-E0EAC4C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B9D67-67D6-4DE5-B916-A40E289C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BC59-BC3C-4FDE-A56C-CE57E0C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832AD-FA04-43D7-BDE5-7613AEEF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653919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75086-A6C2-497F-8802-C6C8D15D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7E09B-8EFA-497A-87F8-0FE83107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lifted the fidelity estimate near ideal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35DB50E-BB47-48C2-B8C8-751D61B2C65D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5e42c5d1fb428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606CC-EA6B-49FA-920E-F8AF730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44E77-F875-4662-9969-7AF0C56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85802-4955-496B-9BBB-F0B17D3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11CD-674A-4664-AD15-DD29D8A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87E8A-F6A0-4631-912D-F70E7CC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6149-7E3D-40F3-9616-A77C020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PNA estimate can slightly exceed 1 because this correction is approximate. Fidelity itself cannot exceed 1; read this as near ideal.</a:t>
            </a:r>
          </a:p>
        </p:txBody>
      </p:sp>
    </p:spTree>
    <p:extLst>
      <p:ext uri="{BB962C8B-B14F-4D97-AF65-F5344CB8AC3E}">
        <p14:creationId xmlns:p14="http://schemas.microsoft.com/office/powerpoint/2010/main" val="714465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5761F-5732-4C5A-B8E8-26B0F20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055B4-603A-46F5-BB4F-A79B96B8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92DF7-3D40-4EC9-A53B-ADBB5660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6B528-3F7C-419B-8FA6-03642FF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D0B5E-B748-46C2-B35E-66ECE21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11B2F-3119-42A6-BA84-F744B28E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B1F6D-953A-4339-9714-044C1BE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D21BD-297D-439F-B9E5-155830A5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265508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2026-10-31T04:17:05.8390000Z</dcterms:created>
  <dcterms:modified xsi:type="dcterms:W3CDTF">2026-10-31T04:17:05.8400000Z</dcterms:modified>
</coreProperties>
</file>