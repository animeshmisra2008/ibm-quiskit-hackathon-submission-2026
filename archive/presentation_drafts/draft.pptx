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66eb985a241fb" /><Relationship Type="http://schemas.openxmlformats.org/officeDocument/2006/relationships/extended-properties" Target="/docProps/app.xml" Id="Rdd7d3e4bf8684ee5" /><Relationship Type="http://schemas.openxmlformats.org/officeDocument/2006/relationships/officeDocument" Target="/ppt/presentation.xml" Id="R4f3fd8ba35d044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300e9b3b64ab9"/>
  </p:sldMasterIdLst>
  <p:notesMasterIdLst>
    <p:notesMasterId xmlns:r="http://schemas.openxmlformats.org/officeDocument/2006/relationships" r:id="Rd1196b52503449dc"/>
  </p:notesMasterIdLst>
  <p:sldIdLst>
    <p:sldId xmlns:r="http://schemas.openxmlformats.org/officeDocument/2006/relationships" id="256" r:id="Rbb06fdc644b74c00"/>
    <p:sldId xmlns:r="http://schemas.openxmlformats.org/officeDocument/2006/relationships" id="257" r:id="R8b6ba528cdd742e9"/>
    <p:sldId xmlns:r="http://schemas.openxmlformats.org/officeDocument/2006/relationships" id="258" r:id="R5d61311146c84831"/>
    <p:sldId xmlns:r="http://schemas.openxmlformats.org/officeDocument/2006/relationships" id="259" r:id="Rb8220dfa95d1414b"/>
    <p:sldId xmlns:r="http://schemas.openxmlformats.org/officeDocument/2006/relationships" id="260" r:id="Rd6c0b12599594683"/>
    <p:sldId xmlns:r="http://schemas.openxmlformats.org/officeDocument/2006/relationships" id="261" r:id="Rbf15e5175b6742c4"/>
    <p:sldId xmlns:r="http://schemas.openxmlformats.org/officeDocument/2006/relationships" id="262" r:id="R16e9d1d1ba144254"/>
    <p:sldId xmlns:r="http://schemas.openxmlformats.org/officeDocument/2006/relationships" id="263" r:id="Rf089569e130344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088cf68a214dc0" /><Relationship Type="http://schemas.openxmlformats.org/officeDocument/2006/relationships/slideMaster" Target="/ppt/slideMasters/slideMaster1.xml" Id="R449300e9b3b64ab9" /><Relationship Type="http://schemas.openxmlformats.org/officeDocument/2006/relationships/notesMaster" Target="/ppt/notesMasters/notesMaster1.xml" Id="Rd1196b52503449dc" /><Relationship Type="http://schemas.openxmlformats.org/officeDocument/2006/relationships/presProps" Target="/ppt/presProps.xml" Id="Rdcacc34552f04d3e" /><Relationship Type="http://schemas.openxmlformats.org/officeDocument/2006/relationships/tableStyles" Target="/ppt/tableStyles.xml" Id="R40ffeae9628941f2" /><Relationship Type="http://schemas.openxmlformats.org/officeDocument/2006/relationships/slide" Target="/ppt/slides/slide1.xml" Id="Rbb06fdc644b74c00" /><Relationship Type="http://schemas.openxmlformats.org/officeDocument/2006/relationships/slide" Target="/ppt/slides/slide2.xml" Id="R8b6ba528cdd742e9" /><Relationship Type="http://schemas.openxmlformats.org/officeDocument/2006/relationships/slide" Target="/ppt/slides/slide3.xml" Id="R5d61311146c84831" /><Relationship Type="http://schemas.openxmlformats.org/officeDocument/2006/relationships/slide" Target="/ppt/slides/slide4.xml" Id="Rb8220dfa95d1414b" /><Relationship Type="http://schemas.openxmlformats.org/officeDocument/2006/relationships/slide" Target="/ppt/slides/slide5.xml" Id="Rd6c0b12599594683" /><Relationship Type="http://schemas.openxmlformats.org/officeDocument/2006/relationships/slide" Target="/ppt/slides/slide6.xml" Id="Rbf15e5175b6742c4" /><Relationship Type="http://schemas.openxmlformats.org/officeDocument/2006/relationships/slide" Target="/ppt/slides/slide7.xml" Id="R16e9d1d1ba144254" /><Relationship Type="http://schemas.openxmlformats.org/officeDocument/2006/relationships/slide" Target="/ppt/slides/slide8.xml" Id="Rf089569e130344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be2ca0ca540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0a27e8c344a55" /><Relationship Type="http://schemas.openxmlformats.org/officeDocument/2006/relationships/notesMaster" Target="/ppt/notesMasters/notesMaster1.xml" Id="Racbb3aae5385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52df7f2a44843" /><Relationship Type="http://schemas.openxmlformats.org/officeDocument/2006/relationships/notesMaster" Target="/ppt/notesMasters/notesMaster1.xml" Id="Reafdea1d524f4f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ba929c69744967" /><Relationship Type="http://schemas.openxmlformats.org/officeDocument/2006/relationships/notesMaster" Target="/ppt/notesMasters/notesMaster1.xml" Id="R253e9cfa7e5d47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709e733364572" /><Relationship Type="http://schemas.openxmlformats.org/officeDocument/2006/relationships/notesMaster" Target="/ppt/notesMasters/notesMaster1.xml" Id="R481a1e96795e4d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d1d6a9abe4a25" /><Relationship Type="http://schemas.openxmlformats.org/officeDocument/2006/relationships/notesMaster" Target="/ppt/notesMasters/notesMaster1.xml" Id="Rec8429723dc74a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cb5340738a40b4" /><Relationship Type="http://schemas.openxmlformats.org/officeDocument/2006/relationships/notesMaster" Target="/ppt/notesMasters/notesMaster1.xml" Id="R030f00a1122a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357a94b5614eb8" /><Relationship Type="http://schemas.openxmlformats.org/officeDocument/2006/relationships/notesMaster" Target="/ppt/notesMasters/notesMaster1.xml" Id="R5d5e7f8180a347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a1c3c1e00f4028" /><Relationship Type="http://schemas.openxmlformats.org/officeDocument/2006/relationships/notesMaster" Target="/ppt/notesMasters/notesMaster1.xml" Id="R0c3f80e2c939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fidelity is computed exactly from the noisy simulator density matrix against the ideal output. It drops from 0.833 at 0.5× noise to 0.488 at 2× noise. This metric is a separate check: PNA produces a corrected estimate for the selected observable, not a corrected full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97632ba414e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e3bb4c1c046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825da005b48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808206a6f4f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4c178324741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9909b0c564c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D03572-78F8-4881-8151-BCBCAB039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B94C56-6CD2-468A-A3BB-31384D4E83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12D714-5FA9-4275-B3BF-54C951C4A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680AEB-6FBB-4C8D-958C-BFD70A030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205F1F-4AE4-46A3-809E-504EEF8EE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7D69B3-9DA6-4D2C-AAEA-2EDBCAF6D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6243F7-3CAE-48E7-8236-532247A34C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1FB6EE-F0C6-4FFA-88A4-B64DB2AFB3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38D646-B8C1-498C-8128-044F4B878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5B6B83-4B47-427C-A6F6-E54A73128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fd5e6ac9549ce" /><Relationship Type="http://schemas.openxmlformats.org/officeDocument/2006/relationships/slideLayout" Target="/ppt/slideLayouts/slideLayout1.xml" Id="R8f56a577f2f54a56" /><Relationship Type="http://schemas.openxmlformats.org/officeDocument/2006/relationships/slideLayout" Target="/ppt/slideLayouts/slideLayout2.xml" Id="Re2a046c33c1447aa" /><Relationship Type="http://schemas.openxmlformats.org/officeDocument/2006/relationships/slideLayout" Target="/ppt/slideLayouts/slideLayout3.xml" Id="Re6e49eb51dc540e2" /><Relationship Type="http://schemas.openxmlformats.org/officeDocument/2006/relationships/slideLayout" Target="/ppt/slideLayouts/slideLayout4.xml" Id="Redb5242e681b40ae" /><Relationship Type="http://schemas.openxmlformats.org/officeDocument/2006/relationships/slideLayout" Target="/ppt/slideLayouts/slideLayout5.xml" Id="R4e954d9a375b4cc7" /><Relationship Type="http://schemas.openxmlformats.org/officeDocument/2006/relationships/slideLayout" Target="/ppt/slideLayouts/slideLayout6.xml" Id="R6bf24cc7640749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56a577f2f54a56"/>
    <p:sldLayoutId xmlns:r="http://schemas.openxmlformats.org/officeDocument/2006/relationships" id="2147483650" r:id="Re2a046c33c1447aa"/>
    <p:sldLayoutId xmlns:r="http://schemas.openxmlformats.org/officeDocument/2006/relationships" id="2147483651" r:id="Re6e49eb51dc540e2"/>
    <p:sldLayoutId xmlns:r="http://schemas.openxmlformats.org/officeDocument/2006/relationships" id="2147483652" r:id="Redb5242e681b40ae"/>
    <p:sldLayoutId xmlns:r="http://schemas.openxmlformats.org/officeDocument/2006/relationships" id="2147483653" r:id="R4e954d9a375b4cc7"/>
    <p:sldLayoutId xmlns:r="http://schemas.openxmlformats.org/officeDocument/2006/relationships" id="2147483654" r:id="R6bf24cc7640749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b097ee2d24fd8" /><Relationship Type="http://schemas.openxmlformats.org/officeDocument/2006/relationships/notesSlide" Target="/ppt/notesSlides/notesSlide1.xml" Id="R6cc846d38d30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0be43d89440e0" /><Relationship Type="http://schemas.openxmlformats.org/officeDocument/2006/relationships/notesSlide" Target="/ppt/notesSlides/notesSlide2.xml" Id="R25eaba5c9534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77360847e4b74" /><Relationship Type="http://schemas.openxmlformats.org/officeDocument/2006/relationships/notesSlide" Target="/ppt/notesSlides/notesSlide3.xml" Id="R9ff972d39b42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9b30c4fdf487e" /><Relationship Type="http://schemas.openxmlformats.org/officeDocument/2006/relationships/notesSlide" Target="/ppt/notesSlides/notesSlide4.xml" Id="R780b31836fc94e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9733f172a4d01" /><Relationship Type="http://schemas.openxmlformats.org/officeDocument/2006/relationships/chart" Target="/ppt/slides/charts/chart1.xml" Id="R4caa80ec3fdd424f" /><Relationship Type="http://schemas.openxmlformats.org/officeDocument/2006/relationships/notesSlide" Target="/ppt/notesSlides/notesSlide5.xml" Id="R9f996378241040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56c0da2744e43" /><Relationship Type="http://schemas.openxmlformats.org/officeDocument/2006/relationships/chart" Target="/ppt/slides/charts/chart2.xml" Id="R3714ae1819bf439b" /><Relationship Type="http://schemas.openxmlformats.org/officeDocument/2006/relationships/notesSlide" Target="/ppt/notesSlides/notesSlide6.xml" Id="R5bfa16b64b9d43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3c243552f4eb5" /><Relationship Type="http://schemas.openxmlformats.org/officeDocument/2006/relationships/chart" Target="/ppt/slides/charts/chart3.xml" Id="R2be852e4efde4913" /><Relationship Type="http://schemas.openxmlformats.org/officeDocument/2006/relationships/notesSlide" Target="/ppt/notesSlides/notesSlide7.xml" Id="Re892d68abf3740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d530d090846e3" /><Relationship Type="http://schemas.openxmlformats.org/officeDocument/2006/relationships/notesSlide" Target="/ppt/notesSlides/notesSlide8.xml" Id="R1a946c6ffd284f6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78</c:v>
              </c:pt>
              <c:pt idx="2">
                <c:v>78</c:v>
              </c:pt>
            </c:numLit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47</c:v>
              </c:pt>
              <c:pt idx="1">
                <c:v>52</c:v>
              </c:pt>
              <c:pt idx="2">
                <c:v>56</c:v>
              </c:pt>
            </c:numLit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0.981</c:v>
              </c:pt>
              <c:pt idx="1">
                <c:v>0.981</c:v>
              </c:pt>
              <c:pt idx="2">
                <c:v>0.981</c:v>
              </c:pt>
            </c:numLit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0.818</c:v>
              </c:pt>
              <c:pt idx="1">
                <c:v>0.687</c:v>
              </c:pt>
              <c:pt idx="2">
                <c:v>0.482</c:v>
              </c:pt>
            </c:numLit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0.969</c:v>
              </c:pt>
              <c:pt idx="1">
                <c:v>0.977</c:v>
              </c:pt>
              <c:pt idx="2">
                <c:v>0.953</c:v>
              </c:pt>
            </c:numLit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0.946</c:v>
              </c:pt>
              <c:pt idx="1">
                <c:v>0.962</c:v>
              </c:pt>
              <c:pt idx="2">
                <c:v>0.966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Exact simulated state fidelity before measurement correction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State fidelity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0%</c:formatCode>
              <c:ptCount val="3"/>
              <c:pt idx="0">
                <c:v>0.833</c:v>
              </c:pt>
              <c:pt idx="1">
                <c:v>0.695</c:v>
              </c:pt>
              <c:pt idx="2">
                <c:v>0.488</c:v>
              </c:pt>
            </c:numLit>
          </c:val>
          <c:smooth val="0"/>
        </c:ser>
        <c:dLbls>
          <c:delete val="0"/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B2460-37C3-419A-9B0E-B261C088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269BE-18E6-4D97-9912-3FC676D5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147A4-D5B9-4EB1-BC9D-37D0055B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B1226-80EE-4956-B500-83C928DF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619740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5FB7A-1692-41CF-9CFE-12BE360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A896C-DA9D-4D26-AD91-E751922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2DC4B-2120-4CDD-ADD8-4AD6494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CBA57-489E-45B3-B118-CBA698E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E9462-63AB-40BE-ABFD-E14B1E05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64D13-8F7B-4B12-93FC-DE1637A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5F371-3F7C-4415-86A2-F39F378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B37F2-9A8C-46C9-B8C5-AA04C87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AF22-5631-4870-82F6-631B63F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766F5-E2A6-488F-AB65-8FD2F247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890714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80829-3571-4CD0-B353-5ADF95D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A7CC3-5F3C-4A28-9FD9-9A43004E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5E5D4-43B4-47FD-8451-40F300F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7EF19-68FC-4826-82BC-AA47170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CCD13-D2A8-4D38-9D1D-5CA4FAE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65ED6-71F9-4899-A6CE-802F1F94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656A9-B1DC-492E-8C33-4B93DBBC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D3324-8BF6-4501-8395-0ED0198C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A32B7-79E1-4E4E-9071-A183DB2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C8955-3D9B-4668-A609-06AEB4E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D8F9C-30BF-4EC3-B756-A12B5093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553673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4CE06-A895-4B00-9295-50516CD8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97512-F08B-407A-8343-1EA98523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68A62-F3F1-46DE-A4F5-CEAD5EF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EEE89-5D19-4837-96E2-C096783E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A87D6-E331-4D07-A9B0-5B37864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A1120-1E0B-487A-80D8-7D39F72F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C7DCC-6F90-41FD-AFA0-365F12C5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430AC-1FF2-49AA-9B1B-8A151465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1ADAC-4EEF-41A2-A59A-A93C98DF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95827-90DA-4D96-A756-3CDE6CE8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065616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922AF-DC9B-4854-B633-FAB2C90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661FD-562D-4E46-B13A-57A496A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84FEA4D-EC95-4418-88CB-046AEAAAAD77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aa80ec3fdd424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5A9C0-715A-4438-AC7F-1D84ADD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6A2CA-96B2-486C-BD73-D6495137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E99BA-7879-4281-8A49-AE003390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B290F-9D90-44F4-8E05-90E4FEFB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FD6A2-53D6-4250-837C-B765B68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89248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81D50-95F0-46BC-9544-E99B9BC2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AF6E5-2126-4205-8A6B-F44FA4B1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94CBD7B-1080-4653-B943-B582D7A038C5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14ae1819bf439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C237A-2D2D-46E4-81BD-2472BD22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7D0C5-A6E4-4A28-95F7-5F39EECD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46F65-96D2-463F-977C-8ACCBC1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59AE1-3417-444C-9F90-C537CFC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D0731-F0A3-4BA1-BE25-119AAD2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E06DD-34D5-421B-A6BB-D7B4F9B0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C15FE-517E-4E7E-8DA6-2CB41692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2338966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C07F5-3AD9-4507-9236-76BEA3C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76C7F-999B-4F79-AC12-F22A1B04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More noise lowered state fidelity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48BE134-D103-4C58-BD94-BCA181D71B71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e852e4efde491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BA309-FC88-4445-8B7E-239FB2F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0.833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665CD-1EC9-4043-8FE0-D3991DE1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0.5×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C793B-921F-4564-9FE8-62F11A8E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0.488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94772-05F0-42D7-84B1-F4C5ADB4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2×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C609A-68C3-4E77-BBC2-81EFB73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PNA corrects a chosen measurement; it does not rebuild the full quantum state. These are simulator fidelity checks before measurement correction.</a:t>
            </a:r>
          </a:p>
        </p:txBody>
      </p:sp>
    </p:spTree>
    <p:extLst>
      <p:ext uri="{BB962C8B-B14F-4D97-AF65-F5344CB8AC3E}">
        <p14:creationId xmlns:p14="http://schemas.microsoft.com/office/powerpoint/2010/main" val="1005665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C2F24-7341-4EFD-9A3D-CBAD9B10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D60A9-30EA-414D-BF4C-15B65C5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E7670-E27A-4B65-B9D1-AD2EBFAF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D231E-D6BC-4DDC-9D27-16654311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DF27E-BD52-4C27-BF86-748A65D8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CA5A9-253E-4EA8-BAAA-464BF51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FDAD0-D06F-4448-9164-F6D9A351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C4E2D-4CF4-4A7F-B830-994B2088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298486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2026-10-31T04:14:22.2140000Z</dcterms:created>
  <dcterms:modified xsi:type="dcterms:W3CDTF">2026-10-31T04:14:22.2140000Z</dcterms:modified>
</coreProperties>
</file>