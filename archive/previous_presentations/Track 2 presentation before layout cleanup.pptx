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512f218da4dad" /><Relationship Type="http://schemas.openxmlformats.org/officeDocument/2006/relationships/extended-properties" Target="/docProps/app.xml" Id="R868d2de3dd1c4849" /><Relationship Type="http://schemas.openxmlformats.org/officeDocument/2006/relationships/officeDocument" Target="/ppt/presentation.xml" Id="R4402323dba8f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212b44a4b54b86"/>
  </p:sldMasterIdLst>
  <p:notesMasterIdLst>
    <p:notesMasterId xmlns:r="http://schemas.openxmlformats.org/officeDocument/2006/relationships" r:id="R9d2354315fa247f8"/>
  </p:notesMasterIdLst>
  <p:sldIdLst>
    <p:sldId xmlns:r="http://schemas.openxmlformats.org/officeDocument/2006/relationships" id="256" r:id="R6e4dadb5aba44c0a"/>
    <p:sldId xmlns:r="http://schemas.openxmlformats.org/officeDocument/2006/relationships" id="257" r:id="Rb853b2b3487d4457"/>
    <p:sldId xmlns:r="http://schemas.openxmlformats.org/officeDocument/2006/relationships" id="258" r:id="Rdbb8bd9bd4d84984"/>
    <p:sldId xmlns:r="http://schemas.openxmlformats.org/officeDocument/2006/relationships" id="259" r:id="Rbc2e1221f97a4dee"/>
    <p:sldId xmlns:r="http://schemas.openxmlformats.org/officeDocument/2006/relationships" id="260" r:id="Re833c917b7b44048"/>
    <p:sldId xmlns:r="http://schemas.openxmlformats.org/officeDocument/2006/relationships" id="261" r:id="R0ee820c33aad4d9d"/>
    <p:sldId xmlns:r="http://schemas.openxmlformats.org/officeDocument/2006/relationships" id="262" r:id="R7535ce987b7e41c7"/>
    <p:sldId xmlns:r="http://schemas.openxmlformats.org/officeDocument/2006/relationships" id="263" r:id="Rd09e77968caa45ad"/>
    <p:sldId xmlns:r="http://schemas.openxmlformats.org/officeDocument/2006/relationships" id="264" r:id="Rc1962230e7a64b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7ac43f015b4356" /><Relationship Type="http://schemas.openxmlformats.org/officeDocument/2006/relationships/slideMaster" Target="/ppt/slideMasters/slideMaster1.xml" Id="Rf8212b44a4b54b86" /><Relationship Type="http://schemas.openxmlformats.org/officeDocument/2006/relationships/notesMaster" Target="/ppt/notesMasters/notesMaster1.xml" Id="R9d2354315fa247f8" /><Relationship Type="http://schemas.openxmlformats.org/officeDocument/2006/relationships/presProps" Target="/ppt/presProps.xml" Id="Rff7e8d17e89a4627" /><Relationship Type="http://schemas.openxmlformats.org/officeDocument/2006/relationships/tableStyles" Target="/ppt/tableStyles.xml" Id="Re90b33b0df5346d7" /><Relationship Type="http://schemas.openxmlformats.org/officeDocument/2006/relationships/slide" Target="/ppt/slides/slide1.xml" Id="R6e4dadb5aba44c0a" /><Relationship Type="http://schemas.openxmlformats.org/officeDocument/2006/relationships/slide" Target="/ppt/slides/slide2.xml" Id="Rb853b2b3487d4457" /><Relationship Type="http://schemas.openxmlformats.org/officeDocument/2006/relationships/slide" Target="/ppt/slides/slide3.xml" Id="Rdbb8bd9bd4d84984" /><Relationship Type="http://schemas.openxmlformats.org/officeDocument/2006/relationships/slide" Target="/ppt/slides/slide4.xml" Id="Rbc2e1221f97a4dee" /><Relationship Type="http://schemas.openxmlformats.org/officeDocument/2006/relationships/slide" Target="/ppt/slides/slide5.xml" Id="Re833c917b7b44048" /><Relationship Type="http://schemas.openxmlformats.org/officeDocument/2006/relationships/slide" Target="/ppt/slides/slide6.xml" Id="R0ee820c33aad4d9d" /><Relationship Type="http://schemas.openxmlformats.org/officeDocument/2006/relationships/slide" Target="/ppt/slides/slide7.xml" Id="R7535ce987b7e41c7" /><Relationship Type="http://schemas.openxmlformats.org/officeDocument/2006/relationships/slide" Target="/ppt/slides/slide8.xml" Id="Rd09e77968caa45ad" /><Relationship Type="http://schemas.openxmlformats.org/officeDocument/2006/relationships/slide" Target="/ppt/slides/slide9.xml" Id="Rc1962230e7a64b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449384d324a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32420711f4936" /><Relationship Type="http://schemas.openxmlformats.org/officeDocument/2006/relationships/notesMaster" Target="/ppt/notesMasters/notesMaster1.xml" Id="R2a236ad932db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9d6c7b76534d7d" /><Relationship Type="http://schemas.openxmlformats.org/officeDocument/2006/relationships/notesMaster" Target="/ppt/notesMasters/notesMaster1.xml" Id="R9cf9fcd2500b48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74a4bd5c924c7b" /><Relationship Type="http://schemas.openxmlformats.org/officeDocument/2006/relationships/notesMaster" Target="/ppt/notesMasters/notesMaster1.xml" Id="Ra8ac2d87d178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e21f31c0148c5" /><Relationship Type="http://schemas.openxmlformats.org/officeDocument/2006/relationships/notesMaster" Target="/ppt/notesMasters/notesMaster1.xml" Id="R35db2d928721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c67fd9d2a1488f" /><Relationship Type="http://schemas.openxmlformats.org/officeDocument/2006/relationships/notesMaster" Target="/ppt/notesMasters/notesMaster1.xml" Id="R3bb66eefb3e64f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a42a380fd04678" /><Relationship Type="http://schemas.openxmlformats.org/officeDocument/2006/relationships/notesMaster" Target="/ppt/notesMasters/notesMaster1.xml" Id="R1dd2b5baace5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d6cb10d9874076" /><Relationship Type="http://schemas.openxmlformats.org/officeDocument/2006/relationships/notesMaster" Target="/ppt/notesMasters/notesMaster1.xml" Id="R5dfcf7e8597d4c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12880be89f4336" /><Relationship Type="http://schemas.openxmlformats.org/officeDocument/2006/relationships/notesMaster" Target="/ppt/notesMasters/notesMaster1.xml" Id="R48502de8d8da40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07a553c60748b7" /><Relationship Type="http://schemas.openxmlformats.org/officeDocument/2006/relationships/notesMaster" Target="/ppt/notesMasters/notesMaster1.xml" Id="R6cc81b3ad73a4a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synthetic model included 78 candidate error terms. SLC kept 52 nonzero terms and set a bias bound of 0.047. PNA preprocessing took 1.25 seconds with the full model and 1.18 seconds after SLC. The estimated sampling cost changed from 2.61 to 1.90.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0.981. At 1× noise, the uncorrected sampled value was 0.687. Full PNA estimated 0.977; SLC-selected PNA estimated 0.962.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|psi&gt;&lt;psi| for the noiseless output. We apply full PNA and SLC + PNA to that projector, then evaluate each corrected observable against the noisy density matrix. At 1x noise, raw fidelity is 0.695, full-PNA estimates 1.004, and SLC + PNA estimates 0.892. These approximate correction estimates can exceed the physical maximum of one; interpret them as near ideal rather than literal physical fidelities. The raw noisy-state fidelity is the exact simulator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compares the time needed to prepare the correction calculation at each noise strength. At 1x, SLC plus PNA took 1.18 seconds versus 1.25 seconds for full PNA, about 6% less. These are local computer preprocessing times, not QPU execution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c0c32889d4b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50e23553d47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33f34bd9a47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554a5234746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fe7f70ed947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570320abf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B61122-55B8-4943-A743-676665A92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5C0D63-C491-4F4A-A8C2-F62F59F08C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F27C8-EA8B-4025-9BDB-54F9A08CF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4735AC-F6B6-4AAD-A665-D5654B193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02E764-A654-4576-A46D-09A445033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10D694-FF0F-48CE-AED0-243D1A8B1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29D3D9F-43B7-4224-AE8E-770BC71FC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F1EA99C-F749-46C5-B616-B4720AF37B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375C27-0CD2-40CA-8CD2-7A00DE6CF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2806AD-BA33-4386-BD10-BA3CA51AD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5b9c7164c44a56" /><Relationship Type="http://schemas.openxmlformats.org/officeDocument/2006/relationships/slideLayout" Target="/ppt/slideLayouts/slideLayout1.xml" Id="R0c3ffbb914774ab5" /><Relationship Type="http://schemas.openxmlformats.org/officeDocument/2006/relationships/slideLayout" Target="/ppt/slideLayouts/slideLayout2.xml" Id="R474c8f78901548f0" /><Relationship Type="http://schemas.openxmlformats.org/officeDocument/2006/relationships/slideLayout" Target="/ppt/slideLayouts/slideLayout3.xml" Id="R9d4c5000ecf646d3" /><Relationship Type="http://schemas.openxmlformats.org/officeDocument/2006/relationships/slideLayout" Target="/ppt/slideLayouts/slideLayout4.xml" Id="Ra24ae0729a804802" /><Relationship Type="http://schemas.openxmlformats.org/officeDocument/2006/relationships/slideLayout" Target="/ppt/slideLayouts/slideLayout5.xml" Id="Rb1b608888a9c4fc6" /><Relationship Type="http://schemas.openxmlformats.org/officeDocument/2006/relationships/slideLayout" Target="/ppt/slideLayouts/slideLayout6.xml" Id="Rb93e543118fa45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ffbb914774ab5"/>
    <p:sldLayoutId xmlns:r="http://schemas.openxmlformats.org/officeDocument/2006/relationships" id="2147483650" r:id="R474c8f78901548f0"/>
    <p:sldLayoutId xmlns:r="http://schemas.openxmlformats.org/officeDocument/2006/relationships" id="2147483651" r:id="R9d4c5000ecf646d3"/>
    <p:sldLayoutId xmlns:r="http://schemas.openxmlformats.org/officeDocument/2006/relationships" id="2147483652" r:id="Ra24ae0729a804802"/>
    <p:sldLayoutId xmlns:r="http://schemas.openxmlformats.org/officeDocument/2006/relationships" id="2147483653" r:id="Rb1b608888a9c4fc6"/>
    <p:sldLayoutId xmlns:r="http://schemas.openxmlformats.org/officeDocument/2006/relationships" id="2147483654" r:id="Rb93e543118fa45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f1cbd960d418f" /><Relationship Type="http://schemas.openxmlformats.org/officeDocument/2006/relationships/notesSlide" Target="/ppt/notesSlides/notesSlide1.xml" Id="R5429359f71894e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3ca99665e4ca0" /><Relationship Type="http://schemas.openxmlformats.org/officeDocument/2006/relationships/notesSlide" Target="/ppt/notesSlides/notesSlide2.xml" Id="R1993d3d7a88f4d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e1e39585b47f9" /><Relationship Type="http://schemas.openxmlformats.org/officeDocument/2006/relationships/notesSlide" Target="/ppt/notesSlides/notesSlide3.xml" Id="Rd5e80be2f0c545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eabee9dea94c6c" /><Relationship Type="http://schemas.openxmlformats.org/officeDocument/2006/relationships/notesSlide" Target="/ppt/notesSlides/notesSlide4.xml" Id="R6622f892339d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8b33b624c46b6" /><Relationship Type="http://schemas.openxmlformats.org/officeDocument/2006/relationships/chart" Target="/ppt/slides/charts/chart1.xml" Id="R637363856cc549b7" /><Relationship Type="http://schemas.openxmlformats.org/officeDocument/2006/relationships/notesSlide" Target="/ppt/notesSlides/notesSlide5.xml" Id="R1b07951ac9954d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fa5c1b1724477" /><Relationship Type="http://schemas.openxmlformats.org/officeDocument/2006/relationships/chart" Target="/ppt/slides/charts/chart2.xml" Id="R71a35ad032d94235" /><Relationship Type="http://schemas.openxmlformats.org/officeDocument/2006/relationships/notesSlide" Target="/ppt/notesSlides/notesSlide6.xml" Id="R0b4deedb938941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40ad541f0e4394" /><Relationship Type="http://schemas.openxmlformats.org/officeDocument/2006/relationships/chart" Target="/ppt/slides/charts/chart3.xml" Id="R645eb9ade0224a37" /><Relationship Type="http://schemas.openxmlformats.org/officeDocument/2006/relationships/notesSlide" Target="/ppt/notesSlides/notesSlide7.xml" Id="R635988f872a2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0fa61e0c44f56" /><Relationship Type="http://schemas.openxmlformats.org/officeDocument/2006/relationships/chart" Target="/ppt/slides/charts/chart4.xml" Id="Ra44f79fc428e4ac7" /><Relationship Type="http://schemas.openxmlformats.org/officeDocument/2006/relationships/notesSlide" Target="/ppt/notesSlides/notesSlide8.xml" Id="R206ce60edd1343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fdf1dce4f4751" /><Relationship Type="http://schemas.openxmlformats.org/officeDocument/2006/relationships/notesSlide" Target="/ppt/notesSlides/notesSlide9.xml" Id="R22f2ee4b1e5c409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ser>
          <c:idx val="3"/>
          <c:order val="3"/>
          <c:tx>
            <c:v>SLC + PNA estimate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Data'!$H$2:$H$4</c:f>
              <c:numCache>
                <c:formatCode>0.00</c:formatCode>
                <c:ptCount val="3"/>
                <c:pt idx="0">
                  <c:v>0.931</c:v>
                </c:pt>
                <c:pt idx="1">
                  <c:v>0.892</c:v>
                </c:pt>
                <c:pt idx="2">
                  <c:v>0.84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preprocessing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PNA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1.27</c:v>
                </c:pt>
                <c:pt idx="1">
                  <c:v>1.25</c:v>
                </c:pt>
                <c:pt idx="2">
                  <c:v>1.26</c:v>
                </c:pt>
              </c:numCache>
            </c:numRef>
          </c:val>
        </c:ser>
        <c:ser>
          <c:idx val="1"/>
          <c:order val="1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1.18</c:v>
                </c:pt>
                <c:pt idx="1">
                  <c:v>1.18</c:v>
                </c:pt>
                <c:pt idx="2">
                  <c:v>1.17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112E1-8015-4896-AF30-CE84FCD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47547-B816-474E-A0AB-7CF2F86A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1663C-7BB0-4F52-9477-B78532B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5DB5C-1C93-4FB9-A9D7-08DDDC1B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6921229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CC3E2-B250-4171-B0F9-2610077E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AFAC4-869F-4C02-BDEC-435319F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1219D-02C8-4A19-B375-6FA7F3B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72FDB-F2C6-4D26-86A7-975CD524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0666A-2F69-4B51-A399-CCDD4E18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A7F19-EB6E-4730-8DEF-0D84960D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29954-AB9A-4BEF-B21C-7E34F0A0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97509-F145-4B9D-988A-ED4F84A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0E2B0-2847-43E5-B399-651ED5B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530B9-32C6-40CD-B1AD-0F1C5E30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6438341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D5AC1-ED3A-4A67-B1C6-AE96D82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C54EF-9A91-4A45-B0C7-7742CE7A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B1173-85B9-48BB-A6AD-1509A236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67FA7-A33B-45BE-AB73-E6B4C93F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42DE2-3C09-444D-9E82-36F7A0B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489DD-56A9-41EA-9D9C-4952DEB5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38C9-F70A-49D6-81F5-4C7E15D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08E72-B9CA-4D57-B1E9-1BC6E986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EB0B3-DC56-40A7-B77A-37E6284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4418F-23D9-47BA-9E49-C7DCED4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787E8-8FA7-49D1-AC94-35FECCD1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7149184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282A6-1EE5-4468-868E-1FA4723C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40FBC-FC4A-4B83-BDAE-74B80A71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75B5-A492-4E55-B0FA-71C0A8E1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5EBD-07EA-4434-97C9-9438CA5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1F1E-4B40-4B0D-A400-7B4D78C0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9CEC0-C9AB-49F6-90F5-18E78AF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5E2B-7CC2-4FB2-8CE6-7AD4B831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06107-1736-465C-BED0-534C1EBB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A374B-2CE7-4632-9284-1BA92430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31E00-913C-4112-A10C-42DF55B5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589818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A2B42-32D0-4905-9D6C-FE4C1BF9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1C9DE-530F-48F3-A395-D1486B3A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E9C6E02-BEAC-4452-B708-B91B4979D984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7363856cc549b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0BBC4-9B4A-4FB9-B62A-3E6C7118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93B8-9E4E-4FB0-9C76-EF5202D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264E7-07E7-4379-9202-D695446A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9F5EB-7BD5-4A4B-9E68-BBF0B63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3E5EA-F122-472F-8D8C-A2F48136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365145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BE256-AD59-4035-ABD7-C8CDD0B2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CF35-ABBA-4661-B773-087B7316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75D7A8A-54E4-4A02-B3FE-3E89740F8CB2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a35ad032d9423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ECC04-F94E-4078-8B35-B1F8EC1D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92DA5-05C4-4A13-AA38-3F349282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D20F3-6B7C-4481-ADAE-7CFCBAC1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0DC68-DD8E-4D4B-9B97-B7C5BFA9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78066-83BF-477C-9FBE-7BCE610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DBA13-AC44-4C2D-BDA5-1BB9797A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2C995-CCFA-4F87-9DEB-1F8DDD4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7168437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7BE4D-AF17-4353-BB78-1ECCE4E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E5FDD-40B2-42A9-BEA7-155D411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Mitigation raised the fidelity estimates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2E710F0-D833-4E1D-B09B-2CFC83BB9D7F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5eb9ade0224a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53D27-B057-4568-AD7A-2E037AE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7F3A9-EDD3-47A2-AD36-AB5AADF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C0523-8C5C-4A0E-A2B8-AD1A79CA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AAB20-FCB6-410E-9B2A-3E7EE52F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DDFB7-3153-4F99-9BFC-65409997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091DC-1D76-4CDF-AA64-E3FE3957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148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0.892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ED079-FCF0-4639-8473-692D2BD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197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projector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24187-CA1D-476E-A48F-ECF273A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Corrected projector values are estimates and can exceed 1; physical fidelity cannot.</a:t>
            </a:r>
          </a:p>
        </p:txBody>
      </p:sp>
    </p:spTree>
    <p:extLst>
      <p:ext uri="{BB962C8B-B14F-4D97-AF65-F5344CB8AC3E}">
        <p14:creationId xmlns:p14="http://schemas.microsoft.com/office/powerpoint/2010/main" val="486813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F7911-BF6B-48B5-AFA6-BEAE51C2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C5003-6D82-4978-974E-A5F2B53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lowered setup time across the sweep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610B427-3B28-47EF-85D6-95413C7BE5CF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4f79fc428e4ac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52162-84F0-4EBE-80CD-4AC5294E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28B10-7DE0-4CA2-8E96-D38E5F9E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1.25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7549A-470D-4308-A000-7DD892E5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 PNA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371F4-ECE1-4536-B029-1D26739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1.18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A90F1-3D15-48C1-80C1-A1350584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setup (6% less)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55132-2D3E-4BFC-B55B-BEB3DCE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Times are local preprocessing measurements, not quantum-hardware run times.</a:t>
            </a:r>
          </a:p>
        </p:txBody>
      </p:sp>
    </p:spTree>
    <p:extLst>
      <p:ext uri="{BB962C8B-B14F-4D97-AF65-F5344CB8AC3E}">
        <p14:creationId xmlns:p14="http://schemas.microsoft.com/office/powerpoint/2010/main" val="9796188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8BAC1-FA6A-4C1D-A0B9-178DCFE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BAD10-DAC2-4BC5-A465-184455B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C4B4C-4BFD-4361-A0B2-7D6D1DDC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60189-5D4F-4396-B2DB-23A00D9C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4A2F1-C6A8-4761-9BB2-9DC0388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FA7EF-4441-465E-BECA-E9B9AF07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82BD1-860D-4084-962F-186F3002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2352B2-451F-4B98-B30D-72A89B8C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43856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2026-10-31T04:37:42.4890000Z</dcterms:created>
  <dcterms:modified xsi:type="dcterms:W3CDTF">2026-10-31T04:37:42.4890000Z</dcterms:modified>
</coreProperties>
</file>